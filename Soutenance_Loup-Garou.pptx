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secondes  (cumul : 0:30)</a:t>
            </a:r>
          </a:p>
          <a:p/>
          <a:p>
            <a:r>
              <a:t>Bonjour, je vais vous présenter mon projet : une adaptation multijoueur du Loup-Garou de Thiercelieux, en client lourd.</a:t>
            </a:r>
          </a:p>
          <a:p/>
          <a:p>
            <a:r>
              <a:t>C'est un projet que j'ai réalisé seul : le client JavaFX, l'API PHP et la base de données.</a:t>
            </a:r>
          </a:p>
          <a:p/>
          <a:p>
            <a:r>
              <a:t>Annonce du plan : le jeu, l'architecture, la technique, les difficultés, puis la démo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 (cumul : 2:00)</a:t>
            </a:r>
          </a:p>
          <a:p/>
          <a:p>
            <a:r>
              <a:t>Rappeler les règles en 3 phrases : deux camps, les loups tuent la nuit, le village vote le jour. La force du jeu c'est le bluff : personne ne connaît le rôle des autres.</a:t>
            </a:r>
          </a:p>
          <a:p/>
          <a:p>
            <a:r>
              <a:t>Balayer les 6 rôles rapidement (les illustrations sont celles utilisées dans le jeu) :</a:t>
            </a:r>
          </a:p>
          <a:p>
            <a:r>
              <a:t>- Voyante : sonde un rôle chaque nuit</a:t>
            </a:r>
          </a:p>
          <a:p>
            <a:r>
              <a:t>- Sorcière : une potion de vie, une de mort, une seule fois chacune</a:t>
            </a:r>
          </a:p>
          <a:p>
            <a:r>
              <a:t>- Chasseur : quand il meurt, il emporte quelqu'un</a:t>
            </a:r>
          </a:p>
          <a:p>
            <a:r>
              <a:t>- Petite Fille : espionne le chat des loups — rôle que j'ai ajouté au-delà du sujet</a:t>
            </a:r>
          </a:p>
          <a:p/>
          <a:p>
            <a:r>
              <a:t>Point clé à dire : « le client s'adapte au rôle : chaque joueur voit une interface d'action différente selon ce qu'il est et la phase en cours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min  (cumul : 4:00)</a:t>
            </a:r>
          </a:p>
          <a:p/>
          <a:p>
            <a:r>
              <a:t>La slide la plus importante côté conception. Dérouler de gauche à droite :</a:t>
            </a:r>
          </a:p>
          <a:p/>
          <a:p>
            <a:r>
              <a:t>1. CLIENT : JavaFX 21, Maven. Tout passe par des Task en arrière-plan, jamais de réseau sur le thread UI. Packagé en fat JAR exécutable (livrable démo).</a:t>
            </a:r>
          </a:p>
          <a:p>
            <a:r>
              <a:t>2. API : PHP 8 sans framework — c'est voulu par le sujet (proof of concept, préparation à la réécriture Spring Boot). Un routeur unique, ~30 endpoints JSON, token Bearer stocké en BDD.</a:t>
            </a:r>
          </a:p>
          <a:p>
            <a:r>
              <a:t>3. BDD : MySQL via PDO, requêtes préparées partout (pas d'injection SQL).</a:t>
            </a:r>
          </a:p>
          <a:p/>
          <a:p>
            <a:r>
              <a:t>Justifier le polling (encadré du bas) : toutes les 2 secondes le client demande GET /state qui renvoie TOUT l'état. Avantages : simple, robuste, le serveur reste la seule source de vérité. WebSocket serait mieux à grande échelle — assumé en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 (cumul : 5:00)</a:t>
            </a:r>
          </a:p>
          <a:p/>
          <a:p>
            <a:r>
              <a:t>Ne pas tout lire — donner la logique : 3 domaines.</a:t>
            </a:r>
          </a:p>
          <a:p>
            <a:r>
              <a:t>- Cœur du jeu : la partie, les joueurs dans la partie, les votes, les actions de nuit.</a:t>
            </a:r>
          </a:p>
          <a:p>
            <a:r>
              <a:t>- Social : comptes, amis, invitations.</a:t>
            </a:r>
          </a:p>
          <a:p>
            <a:r>
              <a:t>- Événements : le journal (avec visibilité par camp !) et le chat scopé.</a:t>
            </a:r>
          </a:p>
          <a:p/>
          <a:p>
            <a:r>
              <a:t>Détail qui vaut le coup : la visibilité des rôles est décidée CÔTÉ SERVEUR (phrase du bas). Un client modifié ne peut pas tricher : le JSON ne contient jamais les rôles des vivants.</a:t>
            </a:r>
          </a:p>
          <a:p/>
          <a:p>
            <a:r>
              <a:t>Mentionner : schéma complet pour installer + 5 migrations incrémentales, comme en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min  (cumul : 7:00)</a:t>
            </a:r>
          </a:p>
          <a:p/>
          <a:p>
            <a:r>
              <a:t>Le moteur du jeu. Suivre les flèches :</a:t>
            </a:r>
          </a:p>
          <a:p>
            <a:r>
              <a:t>- Nuit : les loups votent (majorité), la Voyante sonde, la Sorcière décide, puis résolution — les morts sont annoncés au village.</a:t>
            </a:r>
          </a:p>
          <a:p>
            <a:r>
              <a:t>- Jour : tout le monde vote, le Capitaine compte double, lynchage, vérification de victoire, et on repart en nuit.</a:t>
            </a:r>
          </a:p>
          <a:p/>
          <a:p>
            <a:r>
              <a:t>Deux mécanismes à souligner :</a:t>
            </a:r>
          </a:p>
          <a:p>
            <a:r>
              <a:t>1. Une phase avance dès que tous les concernés ont joué OU quand le timer expire → un joueur AFK ne bloque jamais la partie.</a:t>
            </a:r>
          </a:p>
          <a:p>
            <a:r>
              <a:t>2. La pause Chasseur : s'il meurt, la machine à états SE FIGE 30 s le temps qu'il choisisse sa cible — c'est le seul cas où le jeu attend un joueur.</a:t>
            </a:r>
          </a:p>
          <a:p/>
          <a:p>
            <a:r>
              <a:t>Tout ça est côté serveur : le client ne fait qu'afficher.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 (cumul : 8:30)</a:t>
            </a:r>
          </a:p>
          <a:p/>
          <a:p>
            <a:r>
              <a:t>Mapping direct avec le cahier des charges — chaque composant demandé est utilisé pour un vrai besoin du jeu, pas artificiellement :</a:t>
            </a:r>
          </a:p>
          <a:p>
            <a:r>
              <a:t>- TreeView : vivants / éliminés</a:t>
            </a:r>
          </a:p>
          <a:p>
            <a:r>
              <a:t>- ProgressBar : le timer, qui vire au rouge et pulse sous 10 secondes</a:t>
            </a:r>
          </a:p>
          <a:p>
            <a:r>
              <a:t>- Dialog : la vision de la Voyante avec l'illustration du rôle</a:t>
            </a:r>
          </a:p>
          <a:p>
            <a:r>
              <a:t>- Timeline : le polling ET le compte à rebours local resynchronisé à chaque réponse serveur</a:t>
            </a:r>
          </a:p>
          <a:p/>
          <a:p>
            <a:r>
              <a:t>Mentionner les sons : 5 ambiances jouées par AudioClip — je les ai SYNTHÉTISÉS en Python (libres de droits par construction), le script est dans le dépôt.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 (cumul : 10:00)</a:t>
            </a:r>
          </a:p>
          <a:p/>
          <a:p>
            <a:r>
              <a:t>Tout ça n'était pas demandé — c'est ce qui rend les parties vivantes :</a:t>
            </a:r>
          </a:p>
          <a:p>
            <a:r>
              <a:t>- Capitaine et Petite Fille : de la profondeur de gameplay (voix double, espionnage)</a:t>
            </a:r>
          </a:p>
          <a:p>
            <a:r>
              <a:t>- Chat scopé : les loups complotent en privé la nuit ; les morts deviennent spectateurs et voient tout</a:t>
            </a:r>
          </a:p>
          <a:p>
            <a:r>
              <a:t>- ELO : vraie formule K=32 par équipe, avec historique et leaderboard</a:t>
            </a:r>
          </a:p>
          <a:p>
            <a:r>
              <a:t>- Social complet : amis, invitations en partie</a:t>
            </a:r>
          </a:p>
          <a:p/>
          <a:p>
            <a:r>
              <a:t>Ne pas s'attarder : la démo les montrera en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min  (cumul : 12:00)</a:t>
            </a:r>
          </a:p>
          <a:p/>
          <a:p>
            <a:r>
              <a:t>Le mode entraînement : jouer seul contre des bots qui jouent vraiment toutes les phases.</a:t>
            </a:r>
          </a:p>
          <a:p/>
          <a:p>
            <a:r>
              <a:t>Partie technique à raconter :</a:t>
            </a:r>
          </a:p>
          <a:p>
            <a:r>
              <a:t>- Les dialogues sont générés par Google Gemini avec un prompt contextuel : le bot connaît son rôle secret, les vivants, les derniers événements et le chat récent.</a:t>
            </a:r>
          </a:p>
          <a:p>
            <a:r>
              <a:t>- Chaque bot a une personnalité stable (déterministe sur son id) : lire les citations à droite — Iris est « silencieuse », ça se voit.</a:t>
            </a:r>
          </a:p>
          <a:p>
            <a:r>
              <a:t>- Les loups bots ne révèlent jamais leur rôle : c'est dans le prompt.</a:t>
            </a:r>
          </a:p>
          <a:p>
            <a:r>
              <a:t>- Garde-fous : throttle 3 s par partie, timeout 8 s, et si pas de clé API → phrases pré-écrites. Le jeu ne dépend jamais de l'IA.</a:t>
            </a:r>
          </a:p>
          <a:p/>
          <a:p>
            <a:r>
              <a:t>Sécurité : la clé vit dans config.local.php, ignoré par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min  (cumul : 14:00)</a:t>
            </a:r>
          </a:p>
          <a:p/>
          <a:p>
            <a:r>
              <a:t>La slide « honnêteté technique » — raconter une ou deux histoires, pas les quatre :</a:t>
            </a:r>
          </a:p>
          <a:p/>
          <a:p>
            <a:r>
              <a:t>★ La meilleure : les loups ne tuaient JAMAIS personne. Le « passer » de la Sorcière était enregistré comme un faux soin → chaque nuit était annulée. Je l'ai trouvé en écrivant une simulation de partie complète via l'API (curl). Leçon : tester le système de bout en bout, pas seulement les endpoints un par un.</a:t>
            </a:r>
          </a:p>
          <a:p/>
          <a:p>
            <a:r>
              <a:t>★ En secours : le Connection refused — php -S localhost écoutait en IPv6, le client Java appelait en IPv4. Leçon : toujours être explicite sur le binding réseau.</a:t>
            </a:r>
          </a:p>
          <a:p/>
          <a:p>
            <a:r>
              <a:t>Si question sur le JAR ou Gemini, les deux autres cartes servent d'appui.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secondes  (cumul : 14:30)</a:t>
            </a:r>
          </a:p>
          <a:p/>
          <a:p>
            <a:r>
              <a:t>Transition vers la démo — annoncer simplement le programme des 4 étapes et les points à observer (colonne de droite).</a:t>
            </a:r>
          </a:p>
          <a:p/>
          <a:p>
            <a:r>
              <a:t>Logistique déjà prête : demo.bat lance la BDD, l'API et les 4 fenêtres d'un coup.</a:t>
            </a:r>
          </a:p>
          <a:p/>
          <a:p>
            <a:r>
              <a:t>Comptes : amaury / diana / bob / charlie — mot de passe test1234.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secondes  (cumul : 15:00)</a:t>
            </a:r>
          </a:p>
          <a:p/>
          <a:p>
            <a:r>
              <a:t>Conclure en assumant les limites : token simple, polling, capitaine tiré au sort — des choix de périmètre, pas des oublis.</a:t>
            </a:r>
          </a:p>
          <a:p/>
          <a:p>
            <a:r>
              <a:t>Ouvrir sur la suite : le contrat JSON est en place, la réécriture Spring Boot peut se faire sans toucher au client.</a:t>
            </a:r>
          </a:p>
          <a:p/>
          <a:p>
            <a:r>
              <a:t>« Merci — place à la démo. » → lancer demo.bat.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965960"/>
            <a:ext cx="1036015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 i="0">
                <a:solidFill>
                  <a:srgbClr val="E8B44C"/>
                </a:solidFill>
                <a:latin typeface="Cambria"/>
              </a:rPr>
              <a:t>LOUP-GAROU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60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F2EEE3"/>
                </a:solidFill>
                <a:latin typeface="Calibri"/>
              </a:rPr>
              <a:t>Jeu multijoueur en temps réel — Client JavaFX  ·  API REST PHP  ·  MySQL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94960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2EEE3"/>
                </a:solidFill>
                <a:latin typeface="Calibri"/>
              </a:rPr>
              <a:t>Soutenance — 7 juillet 2026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ABA4C8"/>
                </a:solidFill>
                <a:latin typeface="Calibri"/>
              </a:rPr>
              <a:t>Amaury Guindon  ·  École 89 — Master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Le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Le classique du bluff et de la déduction, en client lourd multijoueur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2062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2EEE3"/>
                </a:solidFill>
                <a:latin typeface="Cambria"/>
              </a:rPr>
              <a:t>Le concept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Deux camps s'affrontent : les Loups-Garous dévorent la nuit, le Village vote le jour. Dernier camp debout gagne.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2EEE3"/>
                </a:solidFill>
                <a:latin typeface="Cambria"/>
              </a:rPr>
              <a:t>En chiffres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•  4 à 10 joueurs par partie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•  6 rôles aux pouvoirs distincts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•  Cycle nuit / jour minuté (45 s / 60 s)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•  Parties amicales ou classées (ELO)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ABA4C8"/>
                </a:solidFill>
                <a:latin typeface="Calibri"/>
              </a:rPr>
              <a:t>Chaque rôle a sa propre interface d'action : le client s'adapte à ce que vous êtes.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137160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ll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1659128"/>
            <a:ext cx="1600200" cy="1244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66359" y="305409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Villageois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vote et déduit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37160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erewo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974" y="1572768"/>
            <a:ext cx="1023620" cy="1417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3800" y="305409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Loup-Garou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dévore la nuit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137160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e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6124" y="1748028"/>
            <a:ext cx="1600200" cy="1066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21240" y="305409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Voyante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sonde un rôle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393192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it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8904" y="4133088"/>
            <a:ext cx="944880" cy="1417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66359" y="561441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Sorcière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2 potions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393192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un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8683" y="4392803"/>
            <a:ext cx="1600200" cy="89789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543800" y="561441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Chasseur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tir posthume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393192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4251960"/>
            <a:ext cx="221284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5800" b="0" i="0">
                <a:solidFill>
                  <a:srgbClr val="F2EEE3"/>
                </a:solidFill>
                <a:latin typeface="Calibri"/>
              </a:rPr>
              <a:t>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561441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Petite Fille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espionne les loups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Client lourd + API maison : contrat d'interface JSON strict entre les deux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383280" cy="3200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E8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29260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8B44C"/>
                </a:solidFill>
                <a:latin typeface="Cambria"/>
              </a:rPr>
              <a:t>CLIENT  JavaFX 21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Java 17, Maven, Jackson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FXML + CSS (thème médiéval)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Polling de l'état toutes les 2 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Timeline, transitions, sons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Fat JAR exécutable (shade)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554480"/>
            <a:ext cx="3383280" cy="3200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E052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737360"/>
            <a:ext cx="29260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05250"/>
                </a:solidFill>
                <a:latin typeface="Cambria"/>
              </a:rPr>
              <a:t>API REST  PHP 8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Routeur unique (index.php)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~30 endpoints JSON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Auth par token Bearer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Machine à états du jeu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Bots + IA Gemini (option)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554480"/>
            <a:ext cx="3291840" cy="3200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ABA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737360"/>
            <a:ext cx="2834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BA4C8"/>
                </a:solidFill>
                <a:latin typeface="Cambria"/>
              </a:rPr>
              <a:t>BDD  MySQL / MariaDB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9 tables (PDO préparé)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Comptes, sessions, votes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Actions de nuit, logs, chat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Amis, invitations, ELO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schema.sql + migrations v2→v6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05072" y="299923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91272" y="299923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1" y="2651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HTTP/JSON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651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PDO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74920"/>
            <a:ext cx="11091672" cy="114300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E8B44C"/>
                </a:solidFill>
                <a:latin typeface="Calibri"/>
              </a:rPr>
              <a:t>Pourquoi le polling plutôt que WebSocket ?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GET /state toutes les 2 s (jamais sur le thread UI) : suffisant pour 4–10 joueurs, simple à débugger, et l'état complet renvoyé rend le client sans état côté serveur.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Modèle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9 tables MySQL — schéma complet + migrations incrémentales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657600" cy="46634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8B44C"/>
                </a:solidFill>
                <a:latin typeface="Cambria"/>
              </a:rPr>
              <a:t>Cœur du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game_sessions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statut, phase, round, timer, capitaine en attente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45536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session_players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rôle, vivant, hôte, capitaine, potions, ELO avant/après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78224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votes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1 vote par (joueur, phase, round) — voix double du Capitaine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10912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night_actions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Voyante, Sorcière, Chasseur,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508760"/>
            <a:ext cx="3657600" cy="46634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691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05250"/>
                </a:solidFill>
                <a:latin typeface="Cambria"/>
              </a:rPr>
              <a:t>Joueurs &amp; social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2128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players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compte, token Bearer, ELO, stats, avatar, flag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145536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friendships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demandes et liens d'amitié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4078224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game_invitations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inviter un ami dans sa partie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6175" y="1508760"/>
            <a:ext cx="3657600" cy="46634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1691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BA4C8"/>
                </a:solidFill>
                <a:latin typeface="Cambria"/>
              </a:rPr>
              <a:t>Événements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22128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game_logs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journal — visibilité ALL / WEREWOLVES / 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3145536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chat_messages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chat scopé village / loups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ABA4C8"/>
                </a:solidFill>
                <a:latin typeface="Calibri"/>
              </a:rPr>
              <a:t>Visibilité des rôles côté SQL : masqués tant que vivant, révélés aux morts, à la fin, et à soi-même.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La machine à états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Le serveur est l'arbitre : le client ne fait qu'afficher et proposer des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51460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4A44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00784"/>
            <a:ext cx="21854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🐺  Loups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votent une victime
(majorité)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99816" y="217627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251460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4A44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700784"/>
            <a:ext cx="21854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🔮  Voyante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sonde le rôle
d'un joueur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25896" y="217627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51460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4A44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700784"/>
            <a:ext cx="21854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🧪  Sorcière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potion de vie
ou de mort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51976" y="217627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251460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4A44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1700784"/>
            <a:ext cx="21854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⚖  Résolution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morts annoncés
+ vérif victoire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2984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BA4C8"/>
                </a:solidFill>
                <a:latin typeface="Calibri"/>
              </a:rPr>
              <a:t>NUIT — 45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94760"/>
            <a:ext cx="393192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6B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41064"/>
            <a:ext cx="36027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🗳  Vote du village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décompte en direct,
voix double du Capitaine 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3794760"/>
            <a:ext cx="393192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6B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6631" y="3941064"/>
            <a:ext cx="36027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⚖  Résolution du jour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lynchage (ou égalité),
vérif victoire → nuit suivante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590288" y="441655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538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BA4C8"/>
                </a:solidFill>
                <a:latin typeface="Calibri"/>
              </a:rPr>
              <a:t>JOUR — 60 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794760"/>
            <a:ext cx="2697480" cy="155448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 w="12700">
            <a:solidFill>
              <a:srgbClr val="E052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3941064"/>
            <a:ext cx="2331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E05250"/>
                </a:solidFill>
                <a:latin typeface="Calibri"/>
              </a:rPr>
              <a:t>🏹  Pause Chasseur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s'il meurt, la partie se fige 30 s : il choisit qui emporter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69280"/>
            <a:ext cx="11091672" cy="86868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15584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Une phase avance quand tous les concernés ont joué OU quand le timer expire — jamais bloquée par un joueur AFK.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Composants UI JavaFX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Chaque exigence du cahier des charges, en situation réelle de jeu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27631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TreeView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Vivants / Éliminés, tags hôte 👑 et Capitaine 🎖, rôles révélés aux morts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0876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27631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ListView + ComboBox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choix de cible selon le rôle, chat, classement, historique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163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ProgressBar animée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timer de phase — vire au rouge et pulse sous 10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9748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163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Dialog / Alert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vision de la Voyante (illustrée), tir du Chasseur, fin de partie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0507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Timeline + KeyFrame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polling 2 s + compte à rebours local resynchronisé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88620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0507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Fade / Scale / Translate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transitions jour-nuit, lever de lune et de soleil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9379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CSS + polices custom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thème sombre gaming, Cinzel &amp; IM Fell chargées au démarrage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07492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519379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AudioClip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5 ambiances : nuit, aube, hurlement, mort, victoire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Au-delà du cahier des charges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Ce qui rend les parties vivantes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🎖  Capitaine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désigné au démarrage, voix double au vote, transmet son écharpe à sa mort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554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7" y="1755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👧  Petite Fille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lit le chat des loups la nuit — à elle d'exploiter l'info sans se griller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66175" y="1554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4776" y="1755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🏹  Chasseur interactif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fenêtre de tir de 30 s à sa mort, la partie attend sa flèche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41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💬  Chat scopé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canal village + canal privé des loups ; les morts deviennent spectateurs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3840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4041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🏆  ELO &amp; classement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K=32 par équipe sur les parties classées, leaderboard, historique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66175" y="3840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4041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🤝  Social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amis, demandes, invitations en partie, profil avec stats et avatar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ABA4C8"/>
                </a:solidFill>
                <a:latin typeface="Calibri"/>
              </a:rPr>
              <a:t>Votes affichés en direct pendant les phases de vote — la tension monte quand le décompte change.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Mode entraînement : des bots qui jouent (et parlent)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Jouer seul, à toute heure — et une vitrine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2EEE3"/>
                </a:solidFill>
                <a:latin typeface="Cambria"/>
              </a:rPr>
              <a:t>Des bots qui jouent vraiment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Votent en meute la nuit, votent le jour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Sorcière : potions gérées, Voyante : sondes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Chasseur bot : riposte à sa mort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2EEE3"/>
                </a:solidFill>
                <a:latin typeface="Cambria"/>
              </a:rPr>
              <a:t>Des dialogues générés par IA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Google Gemini (gemini-2.5-flash-lite, gratuit)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Prompt contextuel : rôle secret, joueurs vivants, derniers événements, chat récent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8 personnalités stables par bot : agressif, peureux, analytique, silencieux…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Les loups bots bluffent, ne se trahissent pas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Throttle 3 s / partie + fallback phrases pré-écrites si pas de clé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91640"/>
            <a:ext cx="5212080" cy="30175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E8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6634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BA4C8"/>
                </a:solidFill>
                <a:latin typeface="Calibri"/>
              </a:rPr>
              <a:t>Vu en partie :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F2EEE3"/>
                </a:solidFill>
                <a:latin typeface="Calibri"/>
              </a:rPr>
              <a:t>« Je sens le loup à plein nez. »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— Brutus, villageois méfiant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F2EEE3"/>
                </a:solidFill>
                <a:latin typeface="Calibri"/>
              </a:rPr>
              <a:t>« Humm. Qui. »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— Iris, loup-garou au caractère silencieux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F2EEE3"/>
                </a:solidFill>
                <a:latin typeface="Calibri"/>
              </a:rPr>
              <a:t>« Nuit. Loups. Chassent. »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— Aurore, sous 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983480"/>
            <a:ext cx="5212080" cy="114300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5138928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La clé API vit dans config.local.php, ignoré par Git — le dépôt ne contient aucun secret.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Difficultés rencontrées (et résolues)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Quatre bugs formateurs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532120" cy="21031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0749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5250"/>
                </a:solidFill>
                <a:latin typeface="Calibri"/>
              </a:rPr>
              <a:t>Les loups ne tuaient jamais personne</a:t>
            </a:r>
          </a:p>
          <a:p>
            <a:pPr algn="l">
              <a:spcAft>
                <a:spcPts val="400"/>
              </a:spcAft>
            </a:pPr>
            <a:r>
              <a:rPr sz="3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Le « passer » de la Sorcière était stocké comme un faux WITCH_HEAL → soin fantôme chaque nuit. Trouvé en simulant une partie complète via l'API ; corrigé par un vrai type WITCH_PASS (migration v6).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532120" cy="21031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50749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5250"/>
                </a:solidFill>
                <a:latin typeface="Calibri"/>
              </a:rPr>
              <a:t>Connection refused au login</a:t>
            </a:r>
          </a:p>
          <a:p>
            <a:pPr algn="l">
              <a:spcAft>
                <a:spcPts val="400"/>
              </a:spcAft>
            </a:pPr>
            <a:r>
              <a:rPr sz="3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php -S localhost liait le serveur en IPv6 (::1) seulement, le client Java appelle en IPv4 → refus systématique. Bind explicite 127.0.0.1 des deux côtés.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86200"/>
            <a:ext cx="5532120" cy="21031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50749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5250"/>
                </a:solidFill>
                <a:latin typeface="Calibri"/>
              </a:rPr>
              <a:t>Le JAR JavaFX refusait de se lancer</a:t>
            </a:r>
          </a:p>
          <a:p>
            <a:pPr algn="l">
              <a:spcAft>
                <a:spcPts val="400"/>
              </a:spcAft>
            </a:pPr>
            <a:r>
              <a:rPr sz="3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« JavaFX runtime components are missing » : une classe Application ne peut pas être le Main-Class d'un fat jar. Classe Launcher intermédiaire + maven-shade.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886200"/>
            <a:ext cx="5532120" cy="21031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50749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5250"/>
                </a:solidFill>
                <a:latin typeface="Calibri"/>
              </a:rPr>
              <a:t>Le modèle Gemini a disparu</a:t>
            </a:r>
          </a:p>
          <a:p>
            <a:pPr algn="l">
              <a:spcAft>
                <a:spcPts val="400"/>
              </a:spcAft>
            </a:pPr>
            <a:r>
              <a:rPr sz="3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gemini-1.5-flash retiré par Google → 404 silencieux, et son remplaçant « thinking » gaspillait le budget de tokens en réflexion. Passage à gemini-2.5-flash-lite après tests réels.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Démo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Ce que je vais vous montrer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8229600" cy="10241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55648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621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71430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73352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Partie à 4 joueurs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4 fenêtres du client côte à côte (tools/demo.bat) : création, lobby, rôles secrets différents dans chaque fenêtre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24912"/>
            <a:ext cx="8229600" cy="10241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926080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99232"/>
            <a:ext cx="621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71430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843784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Une nuit complète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loups qui votent en privé, Voyante qui sonde, timer rouge, sons d'ambiance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95344"/>
            <a:ext cx="8229600" cy="10241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4096511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9663"/>
            <a:ext cx="621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71430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014215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Un vote du village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chat, décompte en direct, voix double du Capitaine, révélation du lynché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65776"/>
            <a:ext cx="8229600" cy="10241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5266944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40096"/>
            <a:ext cx="621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71430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84648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Mode entraînement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partie solo contre 5 bots : ils jouent, votent et discutent (IA Gemini)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554480"/>
            <a:ext cx="2606040" cy="461772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1783080"/>
            <a:ext cx="21945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8B44C"/>
                </a:solidFill>
                <a:latin typeface="Cambria"/>
              </a:rPr>
              <a:t>À observer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TreeView des joueurs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Panneau d'action par rôle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Animations jour/nuit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Sons synthétisés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Chat loups 🐺 vs village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Fin de partie : rôles + 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n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8B44C"/>
                </a:solidFill>
                <a:latin typeface="Cambria"/>
              </a:rPr>
              <a:t>Limites assumées &amp;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212080" cy="32918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64208"/>
            <a:ext cx="47548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2EEE3"/>
                </a:solidFill>
                <a:latin typeface="Cambria"/>
              </a:rPr>
              <a:t>Proof of concept, assumé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Token statique en BDD (pas de TTL / refresh)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Polling 2 s plutôt que WebSocket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Capitaine tiré au sort (pas d'élection)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Pas encore de Cupidon ni de Voleur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63040"/>
            <a:ext cx="5212080" cy="32918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8"/>
            <a:ext cx="47548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2EEE3"/>
                </a:solidFill>
                <a:latin typeface="Cambria"/>
              </a:rPr>
              <a:t>La suite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Réécriture du backend en Spring Boot — le contrat JSON est déjà en place, le client ne change pas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Interface d'administration (joueurs, modération, stats)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WebSocket pour le temps réel à plus grande échelle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F2EEE3"/>
                </a:solidFill>
                <a:latin typeface="Cambria"/>
              </a:rPr>
              <a:t>Merci — place à la démo 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BA4C8"/>
                </a:solidFill>
                <a:latin typeface="Calibri"/>
              </a:rPr>
              <a:t>github.com/arcreane/Projet-Loup-Garou_amaury-guindon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